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Proyecto Final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Aplicacion PHP segura y escalable en AWS</a:t>
            </a:r>
          </a:p>
          <a:p>
            <a:pPr marL="285750" indent="-228600">
              <a:buChar char="?"/>
            </a:pPr>
            <a:r>
              <a:rPr lang="es-MX" sz="2400"/>
              <a:t>Equipo 5: Jesus Flores, Samuel, Santiago</a:t>
            </a:r>
          </a:p>
          <a:p>
            <a:pPr marL="285750" indent="-228600">
              <a:buChar char="?"/>
            </a:pPr>
            <a:r>
              <a:rPr lang="es-MX" sz="2400"/>
              <a:t>AWS Academy Learner Lab -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Escenario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Organizacion sin fines de lucro con sitio PHP de estadisticas globales.</a:t>
            </a:r>
          </a:p>
          <a:p>
            <a:pPr marL="285750" indent="-228600">
              <a:buChar char="?"/>
            </a:pPr>
            <a:r>
              <a:rPr lang="es-MX" sz="2400"/>
              <a:t>El trafico aumento y el sitio se volvio lento.</a:t>
            </a:r>
          </a:p>
          <a:p>
            <a:pPr marL="285750" indent="-228600">
              <a:buChar char="?"/>
            </a:pPr>
            <a:r>
              <a:rPr lang="es-MX" sz="2400"/>
              <a:t>Hubo un intento de ransomware, por lo que se requiere una arquitectura mas segura.</a:t>
            </a:r>
          </a:p>
          <a:p>
            <a:pPr marL="285750" indent="-228600">
              <a:buChar char="?"/>
            </a:pPr>
            <a:r>
              <a:rPr lang="es-MX" sz="2400"/>
              <a:t>El objetivo es migrar y completar la solucion en AWS.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Objetivos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Crear una base MySQL consultable por la app PHP.</a:t>
            </a:r>
          </a:p>
          <a:p>
            <a:pPr marL="285750" indent="-228600">
              <a:buChar char="?"/>
            </a:pPr>
            <a:r>
              <a:rPr lang="es-MX" sz="2400"/>
              <a:t>Desplegar la app con alta disponibilidad y balanceo de carga.</a:t>
            </a:r>
          </a:p>
          <a:p>
            <a:pPr marL="285750" indent="-228600">
              <a:buChar char="?"/>
            </a:pPr>
            <a:r>
              <a:rPr lang="es-MX" sz="2400"/>
              <a:t>Usar AWS Secrets Manager para credenciales.</a:t>
            </a:r>
          </a:p>
          <a:p>
            <a:pPr marL="285750" indent="-228600">
              <a:buChar char="?"/>
            </a:pPr>
            <a:r>
              <a:rPr lang="es-MX" sz="2400"/>
              <a:t>Importar datos desde Countrydatadump.sql.</a:t>
            </a:r>
          </a:p>
          <a:p>
            <a:pPr marL="285750" indent="-228600">
              <a:buChar char="?"/>
            </a:pPr>
            <a:r>
              <a:rPr lang="es-MX" sz="2400"/>
              <a:t>Proteger servidores y sistemas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Arquitectura General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457200" y="1000000"/>
            <a:ext cx="4800000" cy="50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VPC en us-east-1 con seis subredes.</a:t>
            </a:r>
          </a:p>
          <a:p>
            <a:pPr marL="285750" indent="-228600">
              <a:buChar char="?"/>
            </a:pPr>
            <a:r>
              <a:rPr lang="es-MX" sz="2400"/>
              <a:t>ALB publico en subredes publicas.</a:t>
            </a:r>
          </a:p>
          <a:p>
            <a:pPr marL="285750" indent="-228600">
              <a:buChar char="?"/>
            </a:pPr>
            <a:r>
              <a:rPr lang="es-MX" sz="2400"/>
              <a:t>EC2 privadas con Apache + PHP en Auto Scaling Group.</a:t>
            </a:r>
          </a:p>
          <a:p>
            <a:pPr marL="285750" indent="-228600">
              <a:buChar char="?"/>
            </a:pPr>
            <a:r>
              <a:rPr lang="es-MX" sz="2400"/>
              <a:t>RDS MySQL privado con base countries.</a:t>
            </a:r>
          </a:p>
          <a:p>
            <a:pPr marL="285750" indent="-228600">
              <a:buChar char="?"/>
            </a:pPr>
            <a:r>
              <a:rPr lang="es-MX" sz="2400"/>
              <a:t>Secrets Manager y SSM Session Manager como servicios administrados.</a:t>
            </a:r>
          </a:p>
        </p:txBody>
      </p:sp>
      <p:pic>
        <p:nvPicPr>
          <p:cNvPr id="4" name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20000"/>
            <a:ext cx="6000000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Infraestructura Desplegada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VPC: vpc-03ced29e429aec28a / 10.0.0.0/16.</a:t>
            </a:r>
          </a:p>
          <a:p>
            <a:pPr marL="285750" indent="-228600">
              <a:buChar char="?"/>
            </a:pPr>
            <a:r>
              <a:rPr lang="es-MX" sz="2400"/>
              <a:t>2 subredes publicas, 2 privadas de aplicacion y 2 DB.</a:t>
            </a:r>
          </a:p>
          <a:p>
            <a:pPr marL="285750" indent="-228600">
              <a:buChar char="?"/>
            </a:pPr>
            <a:r>
              <a:rPr lang="es-MX" sz="2400"/>
              <a:t>Internet Gateway y NAT Gateway.</a:t>
            </a:r>
          </a:p>
          <a:p>
            <a:pPr marL="285750" indent="-228600">
              <a:buChar char="?"/>
            </a:pPr>
            <a:r>
              <a:rPr lang="es-MX" sz="2400"/>
              <a:t>Application Load Balancer HTTP:80.</a:t>
            </a:r>
          </a:p>
          <a:p>
            <a:pPr marL="285750" indent="-228600">
              <a:buChar char="?"/>
            </a:pPr>
            <a:r>
              <a:rPr lang="es-MX" sz="2400"/>
              <a:t>RDS MySQL db.t3.micro no publico.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Terraform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Se ejecuto desde aws-final-project/terraform.</a:t>
            </a:r>
          </a:p>
          <a:p>
            <a:pPr marL="285750" indent="-228600">
              <a:buChar char="?"/>
            </a:pPr>
            <a:r>
              <a:rPr lang="es-MX" sz="2400"/>
              <a:t>Primer apply creo red, ALB, RDS, subredes, rutas y security groups.</a:t>
            </a:r>
          </a:p>
          <a:p>
            <a:pPr marL="285750" indent="-228600">
              <a:buChar char="?"/>
            </a:pPr>
            <a:r>
              <a:rPr lang="es-MX" sz="2400"/>
              <a:t>Segundo apply creo Launch Template, ASG y scaling policy.</a:t>
            </a:r>
          </a:p>
          <a:p>
            <a:pPr marL="285750" indent="-228600">
              <a:buChar char="?"/>
            </a:pPr>
            <a:r>
              <a:rPr lang="es-MX" sz="2400"/>
              <a:t>Se corrigio IAM para usar LabInstanceProfile por restricciones de AWS Academy.</a:t>
            </a:r>
          </a:p>
          <a:p>
            <a:pPr marL="285750" indent="-228600">
              <a:buChar char="?"/>
            </a:pPr>
            <a:r>
              <a:rPr lang="es-MX" sz="2400"/>
              <a:t>El estado final tiene outputs reales del ALB y 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Seguridad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EC2 sin IP publica.</a:t>
            </a:r>
          </a:p>
          <a:p>
            <a:pPr marL="285750" indent="-228600">
              <a:buChar char="?"/>
            </a:pPr>
            <a:r>
              <a:rPr lang="es-MX" sz="2400"/>
              <a:t>RDS PubliclyAccessible = False.</a:t>
            </a:r>
          </a:p>
          <a:p>
            <a:pPr marL="285750" indent="-228600">
              <a:buChar char="?"/>
            </a:pPr>
            <a:r>
              <a:rPr lang="es-MX" sz="2400"/>
              <a:t>EC2 solo recibe HTTP desde el Security Group del ALB.</a:t>
            </a:r>
          </a:p>
          <a:p>
            <a:pPr marL="285750" indent="-228600">
              <a:buChar char="?"/>
            </a:pPr>
            <a:r>
              <a:rPr lang="es-MX" sz="2400"/>
              <a:t>RDS solo recibe MySQL 3306 desde el Security Group de EC2.</a:t>
            </a:r>
          </a:p>
          <a:p>
            <a:pPr marL="285750" indent="-228600">
              <a:buChar char="?"/>
            </a:pPr>
            <a:r>
              <a:rPr lang="es-MX" sz="2400"/>
              <a:t>Acceso administrativo via SSM, sin SSH.</a:t>
            </a:r>
          </a:p>
          <a:p>
            <a:pPr marL="285750" indent="-228600">
              <a:buChar char="?"/>
            </a:pPr>
            <a:r>
              <a:rPr lang="es-MX" sz="2400"/>
              <a:t>Credenciales gestionadas por Secrets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Escalabilidad y Disponibilidad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Auto Scaling Group: desired 2, min 2, max 4.</a:t>
            </a:r>
          </a:p>
          <a:p>
            <a:pPr marL="285750" indent="-228600">
              <a:buChar char="?"/>
            </a:pPr>
            <a:r>
              <a:rPr lang="es-MX" sz="2400"/>
              <a:t>Instancias en us-east-1a y us-east-1b.</a:t>
            </a:r>
          </a:p>
          <a:p>
            <a:pPr marL="285750" indent="-228600">
              <a:buChar char="?"/>
            </a:pPr>
            <a:r>
              <a:rPr lang="es-MX" sz="2400"/>
              <a:t>Target tracking por CPU al 50%.</a:t>
            </a:r>
          </a:p>
          <a:p>
            <a:pPr marL="285750" indent="-228600">
              <a:buChar char="?"/>
            </a:pPr>
            <a:r>
              <a:rPr lang="es-MX" sz="2400"/>
              <a:t>ALB distribuye trafico entre las EC2 healthy.</a:t>
            </a:r>
          </a:p>
          <a:p>
            <a:pPr marL="285750" indent="-228600">
              <a:buChar char="?"/>
            </a:pPr>
            <a:r>
              <a:rPr lang="es-MX" sz="2400"/>
              <a:t>Subredes DB preparadas en dos Availability Zones.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Bootstrap de la App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User-data instala Apache, PHP, MariaDB client y amazon-ssm-agent.</a:t>
            </a:r>
          </a:p>
          <a:p>
            <a:pPr marL="285750" indent="-228600">
              <a:buChar char="?"/>
            </a:pPr>
            <a:r>
              <a:rPr lang="es-MX" sz="2400"/>
              <a:t>Descarga y despliega Example.zip en /var/www/html.</a:t>
            </a:r>
          </a:p>
          <a:p>
            <a:pPr marL="285750" indent="-228600">
              <a:buChar char="?"/>
            </a:pPr>
            <a:r>
              <a:rPr lang="es-MX" sz="2400"/>
              <a:t>Corrige lifeexpectancy.php.</a:t>
            </a:r>
          </a:p>
          <a:p>
            <a:pPr marL="285750" indent="-228600">
              <a:buChar char="?"/>
            </a:pPr>
            <a:r>
              <a:rPr lang="es-MX" sz="2400"/>
              <a:t>Importa Countrydatadump.sql de forma idempotente.</a:t>
            </a:r>
          </a:p>
          <a:p>
            <a:pPr marL="285750" indent="-228600">
              <a:buChar char="?"/>
            </a:pPr>
            <a:r>
              <a:rPr lang="es-MX" sz="2400"/>
              <a:t>Arranca y habilita httpd y SSM agent.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Validaciones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ALB responde HTTP 200.</a:t>
            </a:r>
          </a:p>
          <a:p>
            <a:pPr marL="285750" indent="-228600">
              <a:buChar char="?"/>
            </a:pPr>
            <a:r>
              <a:rPr lang="es-MX" sz="2400"/>
              <a:t>Pagina principal y query.php cargan correctamente.</a:t>
            </a:r>
          </a:p>
          <a:p>
            <a:pPr marL="285750" indent="-228600">
              <a:buChar char="?"/>
            </a:pPr>
            <a:r>
              <a:rPr lang="es-MX" sz="2400"/>
              <a:t>Target Group: 2 instancias healthy.</a:t>
            </a:r>
          </a:p>
          <a:p>
            <a:pPr marL="285750" indent="-228600">
              <a:buChar char="?"/>
            </a:pPr>
            <a:r>
              <a:rPr lang="es-MX" sz="2400"/>
              <a:t>SSM: 2 instancias Online.</a:t>
            </a:r>
          </a:p>
          <a:p>
            <a:pPr marL="285750" indent="-228600">
              <a:buChar char="?"/>
            </a:pPr>
            <a:r>
              <a:rPr lang="es-MX" sz="2400"/>
              <a:t>countrydata_final contiene 214 filas.</a:t>
            </a:r>
          </a:p>
          <a:p>
            <a:pPr marL="285750" indent="-228600">
              <a:buChar char="?"/>
            </a:pPr>
            <a:r>
              <a:rPr lang="es-MX" sz="2400"/>
              <a:t>EC2 sin IP publica y RDS privado.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Demo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URL: http://final-project-alb-1091345755.us-east-1.elb.amazonaws.com</a:t>
            </a:r>
          </a:p>
          <a:p>
            <a:pPr marL="285750" indent="-228600">
              <a:buChar char="?"/>
            </a:pPr>
            <a:r>
              <a:rPr lang="es-MX" sz="2400"/>
              <a:t>Mostrar pagina principal.</a:t>
            </a:r>
          </a:p>
          <a:p>
            <a:pPr marL="285750" indent="-228600">
              <a:buChar char="?"/>
            </a:pPr>
            <a:r>
              <a:rPr lang="es-MX" sz="2400"/>
              <a:t>Abrir query.php.</a:t>
            </a:r>
          </a:p>
          <a:p>
            <a:pPr marL="285750" indent="-228600">
              <a:buChar char="?"/>
            </a:pPr>
            <a:r>
              <a:rPr lang="es-MX" sz="2400"/>
              <a:t>Probar Mobile Phones, Population, Life Expectancy, GDP y Childhood Mortality.</a:t>
            </a:r>
          </a:p>
          <a:p>
            <a:pPr marL="285750" indent="-228600">
              <a:buChar char="?"/>
            </a:pPr>
            <a:r>
              <a:rPr lang="es-MX" sz="2400"/>
              <a:t>Explicar que los datos vienen desde RDS MySQL.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11277600" cy="65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600" b="1"/>
              <a:t>Lecciones Aprendidas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700000" y="1250000"/>
            <a:ext cx="108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28600">
              <a:buChar char="?"/>
            </a:pPr>
            <a:r>
              <a:rPr lang="es-MX" sz="2400"/>
              <a:t>AWS Academy restringe creacion de IAM roles.</a:t>
            </a:r>
          </a:p>
          <a:p>
            <a:pPr marL="285750" indent="-228600">
              <a:buChar char="?"/>
            </a:pPr>
            <a:r>
              <a:rPr lang="es-MX" sz="2400"/>
              <a:t>LabInstanceProfile permite trabajar dentro de las restricciones del lab.</a:t>
            </a:r>
          </a:p>
          <a:p>
            <a:pPr marL="285750" indent="-228600">
              <a:buChar char="?"/>
            </a:pPr>
            <a:r>
              <a:rPr lang="es-MX" sz="2400"/>
              <a:t>SSM debe iniciarse explicitamente en el bootstrap.</a:t>
            </a:r>
          </a:p>
          <a:p>
            <a:pPr marL="285750" indent="-228600">
              <a:buChar char="?"/>
            </a:pPr>
            <a:r>
              <a:rPr lang="es-MX" sz="2400"/>
              <a:t>Automatizar el import SQL evita pasos manuales en la demo.</a:t>
            </a:r>
          </a:p>
          <a:p>
            <a:pPr marL="285750" indent="-228600">
              <a:buChar char="?"/>
            </a:pPr>
            <a:r>
              <a:rPr lang="es-MX" sz="2400"/>
              <a:t>Terraform deja la infraestructura repetible y documentada.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Final Project</dc:title>
  <dc:creator>Codex</dc:creator>
  <cp:lastModifiedBy>Codex</cp:lastModifiedBy>
  <dcterms:created xsi:type="dcterms:W3CDTF">2026-05-13T00:31:58.426791+00:00</dcterms:created>
  <dcterms:modified xsi:type="dcterms:W3CDTF">2026-05-13T00:31:58.426791+00:00</dcterms:modified>
</cp:coreProperties>
</file>